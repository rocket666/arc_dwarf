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使用 GitHub Copilot 开发</a:t>
            </a:r>
            <a:br/>
            <a:r>
              <a:t>arc_dwarf 工具链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89CFF"/>
                </a:solidFill>
                <a:latin typeface="Microsoft YaHei"/>
              </a:defRPr>
            </a:pPr>
            <a:r>
              <a:t>培训指南 — 从零到完整项目的全流程演示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嵌入式汽车雷达系统 · 自动化标定工具链 · ELF/DWARF + A2L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1. 背景介绍 — arc_dwarf 是什么、解决什么问题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2. 环境准备 — VS Code + Copilot + Python 配置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3. 完整开发流程 — 6 个 Phase 从零到可用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4. 碰到的问题与解决方案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5. 注意事项 — 沟通技巧、安全、规范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6. 后续使用建议 — 日常场景、配置优化、进阶用法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9CFF"/>
                </a:solidFill>
                <a:latin typeface="Microsoft YaHei"/>
              </a:defRPr>
            </a:pPr>
            <a:r>
              <a:t>1. 背景介绍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arc_dwarf 是什么、Copilot 承担什么角色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1.1 什么是 arc_dwarf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9CFF"/>
                </a:solidFill>
                <a:latin typeface="Microsoft YaHei"/>
              </a:defRPr>
            </a:pPr>
            <a:r>
              <a:t>面向嵌入式汽车雷达系统的自动化标定工具链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▸ ELF/DWARF 解析 — 提取结构体定义、成员偏移、类型信息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▸ 符号表查询 — 获取全局变量的运行时物理地址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▸ A2L 标定文件解析 — 解析 ASAP2 标定变量定义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▸ 成员地址计算 — 沿嵌套路径自动计算深层成员的物理地址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典型查询路径：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640080"/>
          </a:xfrm>
          <a:prstGeom prst="rect">
            <a:avLst/>
          </a:prstGeom>
          <a:solidFill>
            <a:srgbClr val="28283C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gRspCfg.RspFastTimeCmbCtrlParam.FftCtrl.cfg_fft_win_addr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1.2 Copilot 在本项目中的角色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具体工作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代码开发者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实现 resolve_member_offset()、get_member_address() 等核心 API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调试助手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定位文件路径、解析 MAP 文件、运行验证脚本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文档撰写者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更新 API 文档和快速上手指南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运维助手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执行 git commit/push 等版本管理操作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问题解决者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发现并修复 ModuleNotFoundError 等运行时问题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9CFF"/>
                </a:solidFill>
                <a:latin typeface="Microsoft YaHei"/>
              </a:defRPr>
            </a:pPr>
            <a:r>
              <a:t>2. 环境准备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VS Code + Copilot + Python 开发环境配置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2.1 必要工具与配置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工具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VS Code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主要开发环境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GitHub Copilot 扩展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Copilot + Copilot Chat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Python 3.9+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运行环境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Git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版本管理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9CFF"/>
                </a:solidFill>
                <a:latin typeface="Microsoft YaHei"/>
              </a:defRPr>
            </a:pPr>
            <a:r>
              <a:t>推荐配置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启用 Copilot Chat Agent 模式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确保 pyproject.toml 在工作区根目录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打开相关文件（A2L/源码）作为上下文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657600"/>
            <a:ext cx="5486400" cy="2011680"/>
          </a:xfrm>
          <a:prstGeom prst="rect">
            <a:avLst/>
          </a:prstGeom>
          <a:solidFill>
            <a:srgbClr val="28283C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# 项目初始化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git clone https://github.com/rocket666/arc_dwarf.git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cd arc_dwarf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pip install -e ".[dev]"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python -c "from arc_dwarf import DwarfTypeExplorer; print('OK')"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2.2 准备数据文件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将以下文件放在项目根目录：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▸ CPD_BPM_App_Core1.elf — 带 DWARF 调试信息的 ELF（编译时加 -g）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▸ CPD_BPM_App_Core1.map — 链接器生成的 MAP 文件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▸ Langcang_bpm_solution.a2l — A2L 标定文件</a:t>
            </a:r>
          </a:p>
          <a:p>
            <a:pPr>
              <a:spcBef>
                <a:spcPts val="16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FFA500"/>
                </a:solidFill>
                <a:latin typeface="Microsoft YaHei"/>
              </a:defRPr>
            </a:pPr>
            <a:r>
              <a:t>⚠  .elf 和 .map 已在 .gitignore 中配置为不跟踪，需手动拷贝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9CFF"/>
                </a:solidFill>
                <a:latin typeface="Microsoft YaHei"/>
              </a:defRPr>
            </a:pPr>
            <a:r>
              <a:t>3. 完整开发流程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从零开始 — 6 个 Phase 的全程演示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Phase 1：创建 GitHub 仓库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onsolas"/>
              </a:defRPr>
            </a:pPr>
            <a:r>
              <a:t>Commit: 75d5149  Initial commit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在 GitHub 网页端创建空仓库 rocket666/arc_dwarf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自动生成 README.md — 仅包含项目名</a:t>
            </a:r>
          </a:p>
          <a:p>
            <a:pPr>
              <a:spcBef>
                <a:spcPts val="16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800" b="1">
                <a:solidFill>
                  <a:srgbClr val="589CFF"/>
                </a:solidFill>
                <a:latin typeface="Microsoft YaHei"/>
              </a:defRPr>
            </a:pPr>
            <a:r>
              <a:t>💡  这是唯一不经过 Copilot 的步骤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后续所有开发均在 VS Code + Copilot Agent 模式下完成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Phase 2：构建完整项目工程（1/3）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onsolas"/>
              </a:defRPr>
            </a:pPr>
            <a:r>
              <a:t>Commit: 03ddc37  refactor: migrate to modern Python project structure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589CFF"/>
                </a:solidFill>
                <a:latin typeface="Microsoft YaHei"/>
              </a:defRPr>
            </a:pPr>
            <a:r>
              <a:t>用户指令：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solidFill>
            <a:srgbClr val="28283C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将现有代码迁移到现代 Python 项目结构（src-layout），添加完整的项目配置、测试、文档和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9CFF"/>
                </a:solidFill>
                <a:latin typeface="Microsoft YaHei"/>
              </a:defRPr>
            </a:pPr>
            <a:r>
              <a:t>Copilot 一次性完成 — 29 个文件、1822 行代码：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项目配置：pyproject.toml (PEP 621 + hatchling)、.gitignore、LICENSE (MIT)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核心源码：6 个模块 (dwarf_explorer / a2l_parser / cli / type_dumper / model / textout)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测试套件：14 个单元测试、pytest fixtures、sample.a2l 测试数据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文档骨架：Sphinx 配置 + 3 篇 Markdown 文档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CI/CD：GitHub Actions 4 版本矩阵测试 + PyPI 自动发布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Phase 2：项目结构一览（2/3）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5303520"/>
          </a:xfrm>
          <a:prstGeom prst="rect">
            <a:avLst/>
          </a:prstGeom>
          <a:solidFill>
            <a:srgbClr val="28283C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arc_dwarf/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├── .github/workflows/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│   ├── ci.yml          # CI 4版本矩阵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│   └── release.yml     # PyPI 自动发布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├── .gitignore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├── LICENSE (MIT)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├── pyproject.toml      # PEP 621 配置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├── docs/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│   ├── getting_started.md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│   ├── api_reference.md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│   └── architecture.md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├── examples/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│   ├── basic_usage.py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│   └── interactive_tool.py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├── src/arc_dwarf/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│   ├── dwarf_explorer.py  # 412行 核心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│   ├── a2l_parser.py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│   ├── cli.py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│   ├── type_dumper.py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│   ├── model.py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│   └── textout.py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└── tests/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    ├── test_a2l_parser.py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    ├── test_dwarf_explorer.py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    ├── test_model.py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    └── test_type_dumper.py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09728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4688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设计决策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选择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构建后端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hatchling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轻量, PEP 621 原生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项目布局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src-layout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社区最佳实践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Lint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ruff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速度快, 替代 flake8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类型检查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mypy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Python 标准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许可证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MIT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宽松开源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Phase 2：核心模块关系（3/3）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4572000" cy="2286000"/>
          </a:xfrm>
          <a:prstGeom prst="rect">
            <a:avLst/>
          </a:prstGeom>
          <a:solidFill>
            <a:srgbClr val="28283C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A2lParser 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             ├──▶ CLI (交互式工具)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DwarfTypeExplorer ──┤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│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▼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TypeTreeDumper 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TextEmitter (输出格式化)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1887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9CFF"/>
                </a:solidFill>
                <a:latin typeface="Microsoft YaHei"/>
              </a:defRPr>
            </a:pPr>
            <a:r>
              <a:t>dwarf_explorer.py（412 行）— 核心引擎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▸ _index_types() — 建立类型名索引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▸ resolve_typedefs_and_qualifiers() — typedef 链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▸ type_byte_size() — 递归计算类型大小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▸ member_offset() — 解码 DW_AT_data_member_location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▸ parse_struct_or_union_members() — 解析成员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▸ get_variable_info() — 符号表查找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589CFF"/>
                </a:solidFill>
                <a:latin typeface="Microsoft YaHei"/>
              </a:defRPr>
            </a:pPr>
            <a:r>
              <a:t>💡 Copilot 自动选择了社区最佳实践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用户只给了一条指令，全部结构和配置由 Copilot 决定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Phase 3：需求驱动开发 — 成员地址解析 API（1/3）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onsolas"/>
              </a:defRPr>
            </a:pPr>
            <a:r>
              <a:t>Commit: 377a764  feat: add member path resolution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9CFF"/>
                </a:solidFill>
                <a:latin typeface="Microsoft YaHei"/>
              </a:defRPr>
            </a:pPr>
            <a:r>
              <a:t>用户指令：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515600" cy="822960"/>
          </a:xfrm>
          <a:prstGeom prst="rect">
            <a:avLst/>
          </a:prstGeom>
          <a:solidFill>
            <a:srgbClr val="28283C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使用 CPD_BPM_App_Core1.elf 和 CPD_BPM_App_Core1.map，根据数据结构 Rsp_Params_t，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计算 gRspCfg.RspFastTimeCmbCtrlParam.FftCtrl.cfg_fft_size 的物理地址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9CFF"/>
                </a:solidFill>
                <a:latin typeface="Microsoft YaHei"/>
              </a:defRPr>
            </a:pPr>
            <a:r>
              <a:t>Copilot 处理步骤：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① 环境感知 — 搜索文件系统定位 .elf/.map，子代理阅读全部源码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② 从 MAP 提取基地址 — 搜索 gRspCfg → 发现 0x20FD1630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③ 发现能力缺口 — 现有代码无法沿路径计算偏移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④ 自主实现新 API — 修改 6 个文件，新增 304 行代码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⑤ 安装并验证 — pip install -e . → 运行脚本确认结果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Phase 3：文件变更与输出结果（2/3）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修改文件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变更内容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dwarf_explorer.py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+141行 resolve_member_offset() / get_member_address()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model.py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+12行 MemberAddress dataclass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__init__.py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+2行 导出 MemberAddress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getting_started.md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+48行 使用示例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api_reference.md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+55行 API 文档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test_dwarf_explorer.py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+46行 测试用例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097280"/>
            <a:ext cx="4846320" cy="3200400"/>
          </a:xfrm>
          <a:prstGeom prst="rect">
            <a:avLst/>
          </a:prstGeom>
          <a:solidFill>
            <a:srgbClr val="28283C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运行结果：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变量名:       gRspCfg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成员路径:     ...FftCtrl.cfg_fft_size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基地址:       0x20FD16B0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成员偏移:     0x0054 (84 bytes)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物理地址:     0x20FD1704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成员类型:     uint16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成员大小:     2 bytes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5720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Microsoft YaHei"/>
              </a:defRPr>
            </a:pPr>
            <a:r>
              <a:t>⚠ 关键发现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A2L 地址: 0x20F80000 (占位)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EC9B0"/>
                </a:solidFill>
                <a:latin typeface="Microsoft YaHei"/>
              </a:defRPr>
            </a:pPr>
            <a:r>
              <a:t>ELF 实际: 0x20FD16B0 (真实)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A500"/>
                </a:solidFill>
                <a:latin typeface="Microsoft YaHei"/>
              </a:defRPr>
            </a:pPr>
            <a:r>
              <a:t>→ 始终以 ELF 符号表为准！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Phase 3：后续操作链（3/3）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9CFF"/>
                </a:solidFill>
                <a:latin typeface="Microsoft YaHei"/>
              </a:defRPr>
            </a:pPr>
            <a:r>
              <a:t>连续对话 — 无缝衔接多个任务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589CFF"/>
                </a:solidFill>
                <a:latin typeface="Microsoft YaHei"/>
              </a:defRPr>
            </a:pPr>
            <a:r>
              <a:t>用户："cfg_fft_win_addr 的地址计算，并给出命令行"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→ Copilot 直接调用 API，输出 0x20FD1700，附命令行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589CFF"/>
                </a:solidFill>
                <a:latin typeface="Microsoft YaHei"/>
              </a:defRPr>
            </a:pPr>
            <a:r>
              <a:t>用户："在 docs 中增加获取成员路径的 API 使用说明"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→ Copilot 同时更新 getting_started.md 和 api_reference.md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589CFF"/>
                </a:solidFill>
                <a:latin typeface="Microsoft YaHei"/>
              </a:defRPr>
            </a:pPr>
            <a:r>
              <a:t>用户："自动 commit 仓库中的更改"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→ Copilot: git status → git add -A → git commit（自动生成 message）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589CFF"/>
                </a:solidFill>
                <a:latin typeface="Microsoft YaHei"/>
              </a:defRPr>
            </a:pPr>
            <a:r>
              <a:t>用户："push 到 web 端"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→ Copilot 先征求确认，确认后执行 git push origin main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Phase 4 &amp; 5：示例创建与问题修复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9CFF"/>
                </a:solidFill>
                <a:latin typeface="Microsoft YaHei"/>
              </a:defRPr>
            </a:pPr>
            <a:r>
              <a:t>Phase 4：创建可运行示例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cce805c  examples: add member_address.py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▸ 用户："examples 下增加可运行的 case"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▸ Copilot 创建脚本 → 自动运行验证 → commit + 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9CFF"/>
                </a:solidFill>
                <a:latin typeface="Microsoft YaHei"/>
              </a:defRPr>
            </a:pPr>
            <a:r>
              <a:t>Phase 5：修复跨平台问题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cadc554  fix: add sys.path fallback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A500"/>
                </a:solidFill>
                <a:latin typeface="Microsoft YaHei"/>
              </a:defRPr>
            </a:pPr>
            <a:r>
              <a:t>▸ Windows 报错: ModuleNotFoundError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▸ 用户粘贴 Traceback → Copilot 诊断并修复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▸ 添加 sys.path 回退兼容未安装场景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solidFill>
            <a:srgbClr val="28283C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完整开发流程回顾：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Phase 1  GitHub 创建空仓库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↓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Phase 2  Copilot 生成完整项目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      (29 文件, 1822 行)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↓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Phase 3  需求驱动: 实现地址计算 API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      (6 文件, 304 行)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↓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Phase 4  创建可运行示例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↓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Phase 5  修复跨平台问题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↓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Phase 6  编写培训文档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━━━━━━━━━━━━━━━━━━━━━━━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总计: 5 commits, 2200+ 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用户输入: ~10 条自然语言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用户手写代码: 0 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9CFF"/>
                </a:solidFill>
                <a:latin typeface="Microsoft YaHei"/>
              </a:defRPr>
            </a:pPr>
            <a:r>
              <a:t>4. 碰到的问题与解决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开发过程中遇到的 4 个典型问题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问题 1 &amp;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500"/>
                </a:solidFill>
                <a:latin typeface="Microsoft YaHei"/>
              </a:defRPr>
            </a:pPr>
            <a:r>
              <a:t>问题 1：A2L 地址与 ELF 实际地址不一致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A2L: 0x20F80000 (占位)  vs  ELF: 0x20FD16B0 (真实)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EC9B0"/>
                </a:solidFill>
                <a:latin typeface="Microsoft YaHei"/>
              </a:defRPr>
            </a:pPr>
            <a:r>
              <a:t>✅ 解决：始终用 get_variable_info() 从 ELF 符号表获取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589CFF"/>
                </a:solidFill>
                <a:latin typeface="Microsoft YaHei"/>
              </a:defRPr>
            </a:pPr>
            <a:r>
              <a:t>📌 教训：A2L 地址仅供参考，以 ELF 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500"/>
                </a:solidFill>
                <a:latin typeface="Microsoft YaHei"/>
              </a:defRPr>
            </a:pPr>
            <a:r>
              <a:t>问题 2：未安装包时 import 失败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ModuleNotFoundError: No module named 'arc_dwarf'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EC9B0"/>
                </a:solidFill>
                <a:latin typeface="Microsoft YaHei"/>
              </a:defRPr>
            </a:pPr>
            <a:r>
              <a:t>✅ 解决：添加 sys.path 回退 + pip install -e 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589CFF"/>
                </a:solidFill>
                <a:latin typeface="Microsoft YaHei"/>
              </a:defRPr>
            </a:pPr>
            <a:r>
              <a:t>📌 教训：示例需兼顾已安装和未安装两种场景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500"/>
                </a:solidFill>
                <a:latin typeface="Microsoft YaHei"/>
              </a:defRPr>
            </a:pPr>
            <a:r>
              <a:t>问题 3：ELF/MAP 未纳入版本控制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.gitignore 排除了 *.elf *.map（大文件）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EC9B0"/>
                </a:solidFill>
                <a:latin typeface="Microsoft YaHei"/>
              </a:defRPr>
            </a:pPr>
            <a:r>
              <a:t>✅ 解决：文档说明需手动拷贝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589CFF"/>
                </a:solidFill>
                <a:latin typeface="Microsoft YaHei"/>
              </a:defRPr>
            </a:pPr>
            <a:r>
              <a:t>📌 建议：考虑 Git LFS 或团队共享存储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840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500"/>
                </a:solidFill>
                <a:latin typeface="Microsoft YaHei"/>
              </a:defRPr>
            </a:pPr>
            <a:r>
              <a:t>问题 4：Copilot 操作确认机制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git push 前 Copilot 主动请求确认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EC9B0"/>
                </a:solidFill>
                <a:latin typeface="Microsoft YaHei"/>
              </a:defRPr>
            </a:pPr>
            <a:r>
              <a:t>✅ 这是安全特性，不可逆操作需人工确认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589CFF"/>
                </a:solidFill>
                <a:latin typeface="Microsoft YaHei"/>
              </a:defRPr>
            </a:pPr>
            <a:r>
              <a:t>📌 涉及远程操作、文件删除等保持确认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9CFF"/>
                </a:solidFill>
                <a:latin typeface="Microsoft YaHei"/>
              </a:defRPr>
            </a:pPr>
            <a:r>
              <a:t>5. 注意事项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沟通技巧、安全规范、项目约定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5.1 与 Copilot 沟通的技巧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技巧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打开相关文件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Copilot 自动读取编辑器中的文件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打开 A2L 后提问，无需解释变量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选中关键文本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选中代码段可以聚焦问题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选中 gRspCfg 后提问地址计算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分步提问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复杂任务分解为小步骤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先计算 → 再写文档 → 再 commit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明确动作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避免模糊指令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「提交 commit 并 push」而非「保存一下」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粘贴错误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完整输出比口头描述更高效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粘贴完整 Traceback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5.2 安全、规范与 ELF 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9CFF"/>
                </a:solidFill>
                <a:latin typeface="Microsoft YaHei"/>
              </a:defRPr>
            </a:pPr>
            <a:r>
              <a:t>安全与权限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不可逆操作需确认（push / reset / delete）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不要粘贴密钥、密码等敏感信息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Copilot 生成的代码仍需人工审查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确保大文件和敏感文件不被提交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9CFF"/>
                </a:solidFill>
                <a:latin typeface="Microsoft YaHei"/>
              </a:defRPr>
            </a:pPr>
            <a:r>
              <a:t>项目规范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Conventional Commits: feat: / fix: / docs: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src-layout: 源码 src/ 测试 tests/ 示例 examples/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type hints + dataclass + context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9CFF"/>
                </a:solidFill>
                <a:latin typeface="Microsoft YaHei"/>
              </a:defRPr>
            </a:pPr>
            <a:r>
              <a:t>ELF 文件要求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编译时必须加 -g 保留 DWARF 信息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不要 strip 去除符号表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▸ ELF 与 MAP 需来自同一次编译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9CFF"/>
                </a:solidFill>
                <a:latin typeface="Microsoft YaHei"/>
              </a:defRPr>
            </a:pPr>
            <a:r>
              <a:t>6. 后续使用建议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日常场景、模式选择、配置优化、进阶用法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6.1 日常开发场景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Copilot 用法示例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查询变量地址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「计算 gSolFlowSts.xxx 的物理地址」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添加新类型支持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「在 A2L 解析器中增加对 AXIS_PTS 块的支持」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编写单元测试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「为 resolve_member_offset 添加数组下标测试」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代码重构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「将 interactive_shell 的查询逻辑抽取为独立函数」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批量计算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「遍历所有 MEASUREMENT 变量，输出真实物理地址」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6.2 Agent 模式 vs Chat 模式 vs Inline 补全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模式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Agent 模式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多步骤任务（写码+测试+文档+commit）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执行命令、读写文件、管理 Git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Chat 模式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快速问答、代码片段生成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只提供建议，不直接操作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Inline 补全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编写代码时的自动补全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根据上下文实时建议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9CFF"/>
                </a:solidFill>
                <a:latin typeface="Microsoft YaHei"/>
              </a:defRPr>
            </a:pPr>
            <a:r>
              <a:t>💡 推荐：arc_dwarf 日常使用优先选择 Agent 模式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因为它可以直接运行 Python 脚本、执行终端命令并返回结果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6.3 提升效果的配置 &amp; 6.4 进阶用法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9CFF"/>
                </a:solidFill>
                <a:latin typeface="Microsoft YaHei"/>
              </a:defRPr>
            </a:pPr>
            <a:r>
              <a:t>Copilot 指令文件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创建 .github/copilot-instructions.md：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486400" cy="2286000"/>
          </a:xfrm>
          <a:prstGeom prst="rect">
            <a:avLst/>
          </a:prstGeom>
          <a:solidFill>
            <a:srgbClr val="28283C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# Copilot Instructions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- 本项目是嵌入式雷达标定工具链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- ELF/A2L 在项目根目录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- 地址以 ELF 符号表为准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- Conventional Commits 格式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4EC9B0"/>
                </a:solidFill>
                <a:latin typeface="Consolas"/>
              </a:defRPr>
            </a:pPr>
            <a:r>
              <a:t>- PEP 8 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9CFF"/>
                </a:solidFill>
                <a:latin typeface="Microsoft YaHei"/>
              </a:defRPr>
            </a:pPr>
            <a:r>
              <a:t>进阶用法建议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4EC9B0"/>
                </a:solidFill>
                <a:latin typeface="Microsoft YaHei"/>
              </a:defRPr>
            </a:pPr>
            <a:r>
              <a:t>① 批量自动化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 批量计算所有 A2L 变量地址，自动回填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4EC9B0"/>
                </a:solidFill>
                <a:latin typeface="Microsoft YaHei"/>
              </a:defRPr>
            </a:pPr>
            <a:r>
              <a:t>② CI 集成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 GitHub Actions 地址一致性检查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4EC9B0"/>
                </a:solidFill>
                <a:latin typeface="Microsoft YaHei"/>
              </a:defRPr>
            </a:pPr>
            <a:r>
              <a:t>③ CLI 非交互模式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 命令行参数直接指定变量和路径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4EC9B0"/>
                </a:solidFill>
                <a:latin typeface="Microsoft YaHei"/>
              </a:defRPr>
            </a:pPr>
            <a:r>
              <a:t>④ 自定义 Copilot Skill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 创建 SKILL.md 实现一句话触发查询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4EC9B0"/>
                </a:solidFill>
                <a:latin typeface="Microsoft YaHei"/>
              </a:defRPr>
            </a:pPr>
            <a:r>
              <a:t>⑤ Memory 功能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 Copilot 记住常用变量名和构建命令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89CFF"/>
                </a:solidFill>
                <a:latin typeface="Microsoft YaHei"/>
              </a:defRPr>
            </a:pPr>
            <a:r>
              <a:t>GitHub Copilot + arc_dwarf</a:t>
            </a:r>
            <a:br/>
            <a:r>
              <a:t>让标定工具开发更高效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4572000"/>
          <a:ext cx="6400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Copilot 参与的 commit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4 / 5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总代码行数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2,200+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用户手写代码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0 行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